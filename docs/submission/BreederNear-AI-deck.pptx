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2"/>
    <p:sldId id="259" r:id="rId9"/>
    <p:sldId id="260" r:id="rId10"/>
    <p:sldId id="261" r:id="rId11"/>
    <p:sldId id="262" r:id="rId12"/>
    <p:sldId id="263" r:id="rId13"/>
    <p:sldId id="264" r:id="rId14"/>
    <p:sldId id="273" r:id="rId23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member: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Shreya Azad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42415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C0261C"/>
                </a:solidFill>
                <a:latin typeface="Google Sans Flex SemiBold"/>
              </a:rPr>
              <a:t>“The breeder is 50 metres away. The customer never finds them.”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481328"/>
            <a:ext cx="8503920" cy="713232"/>
          </a:xfrm>
          <a:prstGeom prst="roundRect">
            <a:avLst>
              <a:gd name="adj" fmla="val 1025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29768" y="1517904"/>
            <a:ext cx="8284464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i="0">
                <a:solidFill>
                  <a:srgbClr val="9A5700"/>
                </a:solidFill>
                <a:latin typeface="Google Sans Flex SemiBold"/>
              </a:rPr>
              <a:t>Why we are building this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"/>
              </a:rPr>
              <a:t>Our founder Sudarsan N spent five years as a bird breeder, pet-shop owner and broker in Coimbatore. He started with a ₹750 setup and earned over ₹4 lakh while knowing only about 100 people. Every week he watched buyers walk past a breeder on their own street into a shop, pay more for a weaker bird, or lose money to a stranger in a WhatsApp group.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11479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Buyers lose money and trust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find the breeder next door, so they pay shop prices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tell a real seller from a scam: “full advance, courier only”, stolen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Don’t know which birds are protected or that dog breeders must register⁵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Alone after buying: wrong cage, wrong food, late to the vet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156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70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Breeders lose time and reach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Sell only inside their own small circle and district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Hours of calls every day, the same 20 questions, the same post retyped in every group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Good breeders look exactly like bad ones: no way to prove 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12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026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Animals and the law lose most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300+ of India’s ~1,200 bird species are found in illegal trade³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Munias are dyed to disguise them⁴; dyed chicks were still on sale in an unlicensed Bengaluru shop in June 2026⁶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Sick animals are sold because nobody checks before the sale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4233672"/>
            <a:ext cx="8503920" cy="411480"/>
          </a:xfrm>
          <a:prstGeom prst="roundRect">
            <a:avLst>
              <a:gd name="adj" fmla="val 17777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29768" y="4233672"/>
            <a:ext cx="828446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i="0">
                <a:solidFill>
                  <a:srgbClr val="FFFFFF"/>
                </a:solidFill>
                <a:latin typeface="Google Sans Flex SemiBold"/>
              </a:rPr>
              <a:t>Still unsolved in 2026: </a:t>
            </a:r>
            <a:r>
              <a:rPr sz="1019" i="0">
                <a:solidFill>
                  <a:srgbClr val="FFFFFF"/>
                </a:solidFill>
                <a:latin typeface="Google Sans Flex"/>
              </a:rPr>
              <a:t>OLX stopped live-animal listings², big pet platforms sell food and accessories, so India’s ~39 million-pet market¹ still buys animals through WhatsApp, Facebook and Instagram groups with no checks at all.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Founder figures are his own experience · ¹ Euromonitor 2025 · ² OLX India: items not allowed · ³ WWF-India / TRAFFIC · ⁴ Deccan Herald, Aug 2023 · ⁵ PCA (Dog Breeding and Marketing) Rules 2017 · ⁶ PETA India, 25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WhatsApp / Facebook groups: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reach, but no checks, no records, no recourse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Classifieds (OLX):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stopped live-animal listings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Pet super-apps: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food, accessories and vets, not the animal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Kennel websites: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one seller vouching for itself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and then stays with the buyer after the sale.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Invisible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listed in a minute from photos and a Tamil message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Scams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price, wording and reused-photo checks; outside posts checked too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Illegal birds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blocked in code from the photo alone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Unproven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badge: phone, facility photos, registration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Lost hours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AI drafts replies; visits booked in the app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Alone after buying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starter kit, care plan, daily log, vet urgency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Rules in code decide; Gemini reads and explains. A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already happens: Tamil and English messages, posts from groups.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Founder–market fit: designed from five years inside this exact trade.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 with share and report; starter kit; Local Breeders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or voice note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listings from photos, Tamil/English text and voice notes;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Pillow: our own perceptual hash (dHash) for reused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10–12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23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69/69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339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8–9 s · 2–3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7–8 s · 4–10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case, scale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097280"/>
            <a:ext cx="8503920" cy="384048"/>
          </a:xfrm>
          <a:prstGeom prst="roundRect">
            <a:avLst>
              <a:gd name="adj" fmla="val 19047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097280"/>
            <a:ext cx="8284464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1F6E43"/>
                </a:solidFill>
                <a:latin typeface="Google Sans Flex SemiBold"/>
              </a:rPr>
              <a:t>Market: </a:t>
            </a:r>
            <a:r>
              <a:rPr sz="1050" i="0">
                <a:solidFill>
                  <a:srgbClr val="1D1D1F"/>
                </a:solidFill>
                <a:latin typeface="Google Sans Flex"/>
              </a:rPr>
              <a:t>India’s pet care products market is USD 9.2 B in 2026, heading to USD 13.9 B by 2034⁷, with about 39 million pets¹. The animals themselves are still sold with no checks: that is our wedge.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00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11479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Featured listings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Starter-kit and accessory commerce after every sale (cart 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B2B trust-screening API for classifieds and pet shops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6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33070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5FA8"/>
                </a:solidFill>
                <a:latin typeface="Google Sans Flex SemiBold"/>
              </a:rPr>
              <a:t>Built to scale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Trust costs ≈ ₹1.3 per listing (measured) against pets priced ₹400–₹25,000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Serverless Cloud Run + Firestore: near zero when idle, scales out per request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Districts, species, fair prices and protected lists are data, not code: a new district is a data file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Gemini already reads Tamil, English and mixed messages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112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026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1 · Pilot in Coimbatore and Tiruppur with the founder’s breeder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2 · Tamil Nadu, district by district; list by sending a WhatsApp message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3 · Other states and languages; the trust API for other marketplaces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Buyers arrive through “Is this post safe?” links shared in the same groups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" y="3877056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29768" y="3895344"/>
            <a:ext cx="828446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Growth loop: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breeders → trusted listings → more buyers → more sales and care data → sharper fair prices and trust scores → more breeders join.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Impact we measure, live in the app: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listings checked before going live · protected animals stopped · scam warnings raised · verified breeders. Every warning can be shared back to the group it came from, and protected species come with a way to report them.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Revenue lines and rollout are plans, not results · ¹ Euromonitor 2025 · ⁷ IMARC Group, India Pet Care Products Market (2026) · Cost: docs/submission/05-deck-sources.md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From pain to product: the whole journey, end to end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331720"/>
                <a:gridCol w="3154680"/>
                <a:gridCol w="2331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Step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Today, in groups and shops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With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Built and 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Find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Walk into the nearest shop; the breeder next door is invisible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Pets near you, trusted first, a match % for your home, a fair-price bar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Match % calculated in code; 16 sample breeders, 36 sample pets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List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retypes the same post in every group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Photos + a Tamil or English message, typed or as a voice note, become a full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17–27 s live: upload, AI fill, trust 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Trust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checks: stolen photos, scam prices, protected birds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Every listing screened before it goes live; Verified breeder badge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blocked, 0/37 false alarms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Pay a stranger on social media in full, in advance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Paste any outside post: “Is this post safe?”; share the warning back to the group; report protected animals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5–7 s per post; nothing stored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Talk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Endless calls and the same answers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AI drafts the buyer’s first message and the breeder’s reply; scam shield on both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Scam scan on every enquiry and reply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Buy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“Courier only”, no handover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Book a visit, see the pet, pay in person, tap “I bought this pet”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payments in the app, by design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After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New owner on their own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Starter kit sized for welfare, 14-day plan, daily log, growth, symptom urgency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Never a medicine or dose (evals E11, E19)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Grow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has no data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Dashboard: views, enquiries, visits and sales, week on week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8-week charts and trend cards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40740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One tool layer, two ways in: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every step works by tapping or by asking seven Gemini agents in English or Tamil. Live now: 69/69 agent eval runs, 339 unit tests, 0 accessibility problems.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Cloud AI map: which AI does each job, and how well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34340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Cloud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What it does in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vision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photos: species, protected birds, dye, blur, watermarks, stock photos. Facility photos, dog-breeder certificates, vaccination cards, food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blocked; 0/37 false alarms; 202/202 photo checks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audio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breeder’s Tamil or English voice note becomes a full listing, with a transcript; no separate speech-to-text step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Tamil voice note → correct listing (3/3 eval runs, E23)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Gemini, multilingual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Romanised Tamil and English sale messages; a buyer’s own words become a home profile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Tamil message → same listing (E02); profile → match % (E21)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structured output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12 task types, each with a JSON schema. Gemini reads and writes; code decides trust, badges, match % and urgency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Prompt injection still ends in CAUTION (E12)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ADK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7 agents (a concierge and 6 specialists) and 29 tools, the same tools the tap screens use; streamed replies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69/69 agent eval runs passed (23 cases × 3 runs)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ADK callbacks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Context before every model call; every reply checked for medicine names and doses, even while streaming; every tool call logged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No drug names or doses (E11, E19)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Vertex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on the global endpoint, retries with backoff on 408, 429 and 5xx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in 17–27 s; post check 5–7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Firebase Auth, Cloud Run, Firestore, Storage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sign-in; the API and agents; all data; private uploads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Smoke test 17/17 on every release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