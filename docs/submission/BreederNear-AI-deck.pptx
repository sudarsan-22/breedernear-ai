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69848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1F6E43"/>
                </a:solidFill>
                <a:latin typeface="Google Sans Flex SemiBold"/>
              </a:rPr>
              <a:t>BreederNear AI: </a:t>
            </a:r>
            <a:r>
              <a:rPr sz="1500" i="0">
                <a:solidFill>
                  <a:srgbClr val="1D1D1F"/>
                </a:solidFill>
                <a:latin typeface="Google Sans Flex SemiBold"/>
              </a:rPr>
              <a:t>find the trusted breeder next door.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536192"/>
            <a:ext cx="4160520" cy="3063240"/>
          </a:xfrm>
          <a:prstGeom prst="roundRect">
            <a:avLst>
              <a:gd name="adj" fmla="val 2388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11479" y="1609344"/>
            <a:ext cx="3977639" cy="29535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C0261C"/>
                </a:solidFill>
                <a:latin typeface="Google Sans Flex SemiBold"/>
              </a:rPr>
              <a:t>The problem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India has about 39 million pets¹, but buying one is a gamble. OLX stopped live-animal listings², so the trade moved to WhatsApp and Facebook groups with no checks at all.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Buyers overpay in shops or lose money to “full advance, courier only” posts with stolen photos.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Protected native birds are still sold: 300+ of India’s ~1,200 bird species are found in illegal trade³, and munias are dyed to disguise them⁴.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Real local breeders, often a street away, are invisible and lose hours to manual selling.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663440" y="1536192"/>
            <a:ext cx="4160520" cy="3063240"/>
          </a:xfrm>
          <a:prstGeom prst="roundRect">
            <a:avLst>
              <a:gd name="adj" fmla="val 2388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54879" y="1609344"/>
            <a:ext cx="3977639" cy="29535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Our solution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A breeder-to-buyer pet marketplace where every listing is screened by Gemini and rules in code before any buyer sees it, and breeders can earn a Verified badge.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Sellers list from photos and a casual Tamil or English message in under a minute.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Buyers see a match % for their home, book a visit, pay in person, then get a care companion for the pet at home.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80" i="0">
                <a:solidFill>
                  <a:srgbClr val="1D1D1F"/>
                </a:solidFill>
                <a:latin typeface="Google Sans Flex"/>
              </a:rPr>
              <a:t>“Is this post safe?”: buyers can check any post they saw in a WhatsApp or Instagram group.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Built from our founder’s five years as a bird breeder and broker in Coimbatore.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¹ Euromonitor, Pet Care in India (2025) · ² OLX India: items not allowed · ³ WWF-India / TRAFFIC · ⁴ Wildlife SOS, Delhi seizure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Classifieds such as OLX stopped live-animal listings; big pet platforms sell food and accessories.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A few kennel websites sell dogs, checking only themselves.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or checks posts from outside groups.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Gemini turns photos and a messy message into a structured, fairly priced listing.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Trust is decided by transparent code: protected species blocked, dog registration checked, price and scam-language warnings, reused-photo detection.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Buyers see why: every badge lists its reasons and the questions to ask.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In-person handover; AI-drafted replies; starter kit and care plan.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The AI can’t override the rules: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happens: Tamil/English messages and outside posts.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One tool layer for tap screens and the AI chat.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safe?”, starter kit, Local Breeders directory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 extraction from photos + Tamil/English;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imagehash: reused-photo detection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15568"/>
          <a:ext cx="85039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1945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AI action (measured, real calls)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Gemini tokens (in · out incl. thinking)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Cost per action*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 a pet: extract listing + screen photo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4,560 · ≤ 1,075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₹1.3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Check an outside post (text only; a screenshot adds ≈ ₹0.5)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1,620 · ≤ 445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Verification: read a certificate · review 2 facility photos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1,640 · 400  ·  ≈ 2,630 · 645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 · ≈ ₹0.8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Buyer profile from their words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700 · 550  ·  ≈ 300 · 120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 · ≈ ₹0.1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14-day care plan (cached per species and age) · reply draft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560 · ≤ 1,680  ·  ≈ 500 · ≤ 790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₹1.2 · ≈ ₹0.6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20040" y="2990087"/>
          <a:ext cx="85039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Running cost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Prototype through judging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Example: 10,000 listings a month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Cloud Run (1 always-on instance)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₹600–1,000 / month (estimate)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scales per request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Firestore, Cloud Storage, Firebase Hosting + Auth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within free usage at prototype scale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pay per use (not measured)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 few hundred ₹ (tests + judges)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₹13,000 / month for screening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TextBox 129"/>
          <p:cNvSpPr txBox="1"/>
          <p:nvPr/>
        </p:nvSpPr>
        <p:spPr>
          <a:xfrm>
            <a:off x="320040" y="4133087"/>
            <a:ext cx="8503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1F6E43"/>
                </a:solidFill>
                <a:latin typeface="Google Sans Flex SemiBold"/>
              </a:rPr>
              <a:t>Screening a listing costs about ₹1.3 against animals priced ₹400–₹25,000 in our sample listings, so every listing can be checked.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*Measured tokens (10–11 Oct 2026); thinking tokens counted as output · Gemini 3.8 Flash at $1.50 in / $7.50 out per 1M tokens (list price from 1 Jan 2027 as reported by price trackers; introductory price until then is half) · ₹88 = $1 (assumption) · Estimates are labelled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10–11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22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66/66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332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4.5 s · ≈ 2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8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[add the YouTube link on 17 Oct]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11479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Featured listings in a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Commission on starter kits and accessories from partner brands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B2B: trust-screening API for classifieds and pet shops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156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307080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Why it works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Screening costs about ₹1.3 per listing (measured tokens)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Serverless: Cloud Run and Firestore cost little when idle and scale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Trust is the product: OLX left this market because it couldn’t police sellers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111240" y="1115568"/>
            <a:ext cx="2712720" cy="2377440"/>
          </a:xfrm>
          <a:prstGeom prst="roundRect">
            <a:avLst>
              <a:gd name="adj" fmla="val 307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6202680" y="1188720"/>
            <a:ext cx="2529840" cy="2267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Start where the founder trades: Coimbatore and Tiruppur breeder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Breeders onboard with one message and their phone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Buyers arrive via “Is this post safe?” links shared in the same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60" i="0">
                <a:solidFill>
                  <a:srgbClr val="1D1D1F"/>
                </a:solidFill>
                <a:latin typeface="Google Sans Flex"/>
              </a:rPr>
              <a:t>Then district by district across Tamil Nadu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20040" y="3630168"/>
            <a:ext cx="85039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Who benefits</a:t>
            </a:r>
          </a:p>
          <a:p>
            <a:pPr algn="l">
              <a:spcAft>
                <a:spcPts val="300"/>
              </a:spcAft>
            </a:pPr>
            <a:r>
              <a:rPr sz="1050" i="0">
                <a:solidFill>
                  <a:srgbClr val="1D1D1F"/>
                </a:solidFill>
                <a:latin typeface="Google Sans Flex"/>
              </a:rPr>
              <a:t>Buyers: fair prices and healthier, legal pets.  Breeders: hours saved and buyers beyond their own contacts.  Wildlife: fewer protected birds traded, because illegal listings never go live.</a:t>
            </a:r>
          </a:p>
          <a:p>
            <a:pPr algn="l">
              <a:spcAft>
                <a:spcPts val="30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Revenue lines and the rollout are plans and assumptions, not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